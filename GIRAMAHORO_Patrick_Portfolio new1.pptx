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67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046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039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34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156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08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05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18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040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786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897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439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7688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385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7941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344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157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87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7367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C8FF"/>
                </a:solidFill>
              </a:rPr>
              <a:t>GIRAMAHORO Patrick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0F0F0"/>
                </a:solidFill>
              </a:rPr>
              <a:t>Computer Systems &amp; Architecture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C8FF"/>
                </a:solidFill>
              </a:rPr>
              <a:t>About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8324715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>
                <a:solidFill>
                  <a:srgbClr val="F0F0F0"/>
                </a:solidFill>
              </a:rPr>
              <a:t>I am a Level Four student in Computer Systems and Architecture at </a:t>
            </a:r>
            <a:endParaRPr lang="en-US" dirty="0">
              <a:solidFill>
                <a:srgbClr val="F0F0F0"/>
              </a:solidFill>
            </a:endParaRPr>
          </a:p>
          <a:p>
            <a:r>
              <a:rPr sz="1800" dirty="0">
                <a:solidFill>
                  <a:srgbClr val="F0F0F0"/>
                </a:solidFill>
              </a:rPr>
              <a:t>Collegio </a:t>
            </a:r>
            <a:r>
              <a:rPr lang="en-US" dirty="0">
                <a:solidFill>
                  <a:srgbClr val="F0F0F0"/>
                </a:solidFill>
              </a:rPr>
              <a:t>santo Antonio maria </a:t>
            </a:r>
            <a:r>
              <a:rPr lang="en-US" dirty="0" err="1">
                <a:solidFill>
                  <a:srgbClr val="F0F0F0"/>
                </a:solidFill>
              </a:rPr>
              <a:t>zaccaria</a:t>
            </a:r>
            <a:r>
              <a:rPr lang="en-US" dirty="0">
                <a:solidFill>
                  <a:srgbClr val="F0F0F0"/>
                </a:solidFill>
              </a:rPr>
              <a:t> </a:t>
            </a:r>
            <a:r>
              <a:rPr lang="en-US" dirty="0" err="1">
                <a:solidFill>
                  <a:srgbClr val="F0F0F0"/>
                </a:solidFill>
              </a:rPr>
              <a:t>tss</a:t>
            </a:r>
            <a:r>
              <a:rPr sz="1800" dirty="0">
                <a:solidFill>
                  <a:srgbClr val="F0F0F0"/>
                </a:solidFill>
              </a:rPr>
              <a:t>. </a:t>
            </a:r>
            <a:endParaRPr lang="en-US" sz="1800" dirty="0">
              <a:solidFill>
                <a:srgbClr val="F0F0F0"/>
              </a:solidFill>
            </a:endParaRPr>
          </a:p>
          <a:p>
            <a:r>
              <a:rPr sz="1800" dirty="0">
                <a:solidFill>
                  <a:srgbClr val="F0F0F0"/>
                </a:solidFill>
              </a:rPr>
              <a:t>I am passionate about embedded systems, Linux administration, </a:t>
            </a:r>
            <a:r>
              <a:rPr lang="en-US" sz="1800" dirty="0">
                <a:solidFill>
                  <a:srgbClr val="F0F0F0"/>
                </a:solidFill>
              </a:rPr>
              <a:t>business</a:t>
            </a:r>
          </a:p>
          <a:p>
            <a:r>
              <a:rPr lang="en-US" sz="1800" dirty="0">
                <a:solidFill>
                  <a:srgbClr val="F0F0F0"/>
                </a:solidFill>
              </a:rPr>
              <a:t> model </a:t>
            </a:r>
            <a:r>
              <a:rPr lang="en-US" sz="1800" dirty="0" err="1">
                <a:solidFill>
                  <a:srgbClr val="F0F0F0"/>
                </a:solidFill>
              </a:rPr>
              <a:t>cancas</a:t>
            </a:r>
            <a:r>
              <a:rPr lang="en-US" sz="1800" dirty="0">
                <a:solidFill>
                  <a:srgbClr val="F0F0F0"/>
                </a:solidFill>
              </a:rPr>
              <a:t> </a:t>
            </a:r>
            <a:r>
              <a:rPr sz="1800" dirty="0" err="1">
                <a:solidFill>
                  <a:srgbClr val="F0F0F0"/>
                </a:solidFill>
              </a:rPr>
              <a:t>andbuilding</a:t>
            </a:r>
            <a:r>
              <a:rPr sz="1800" dirty="0">
                <a:solidFill>
                  <a:srgbClr val="F0F0F0"/>
                </a:solidFill>
              </a:rPr>
              <a:t> practical technology solutions. I enjoy </a:t>
            </a:r>
            <a:endParaRPr lang="en-US" sz="1800" dirty="0">
              <a:solidFill>
                <a:srgbClr val="F0F0F0"/>
              </a:solidFill>
            </a:endParaRPr>
          </a:p>
          <a:p>
            <a:r>
              <a:rPr sz="1800" dirty="0">
                <a:solidFill>
                  <a:srgbClr val="F0F0F0"/>
                </a:solidFill>
              </a:rPr>
              <a:t>creating smart systems that solve real-world</a:t>
            </a:r>
            <a:endParaRPr lang="en-US" sz="1800" dirty="0">
              <a:solidFill>
                <a:srgbClr val="F0F0F0"/>
              </a:solidFill>
            </a:endParaRPr>
          </a:p>
          <a:p>
            <a:r>
              <a:rPr sz="1800" dirty="0">
                <a:solidFill>
                  <a:srgbClr val="F0F0F0"/>
                </a:solidFill>
              </a:rPr>
              <a:t> problems.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C8FF"/>
                </a:solidFill>
              </a:rPr>
              <a:t>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F0F0"/>
                </a:solidFill>
              </a:rPr>
              <a:t>• Embedded Systems
• Business Model Canvas
• Resume &amp; Professional Summary Writing
• Photo and Video Production
• Basic Linux Administration
• Basic Version Control
• Team Collaboration
• Problem Solving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C8FF"/>
                </a:solidFill>
              </a:rPr>
              <a:t>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8000908" cy="25853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>
                <a:solidFill>
                  <a:srgbClr val="F0F0F0"/>
                </a:solidFill>
              </a:rPr>
              <a:t>1. Automatic Watering System
2. Smart Gate System
3. Smart Irrigation System
4. LED Lighting System
5. Object Detection System</a:t>
            </a:r>
            <a:endParaRPr lang="en-US" sz="1800" dirty="0">
              <a:solidFill>
                <a:srgbClr val="F0F0F0"/>
              </a:solidFill>
            </a:endParaRPr>
          </a:p>
          <a:p>
            <a:r>
              <a:rPr lang="en-US" dirty="0">
                <a:solidFill>
                  <a:srgbClr val="F0F0F0"/>
                </a:solidFill>
              </a:rPr>
              <a:t>6. Soil moisture sensor</a:t>
            </a:r>
            <a:r>
              <a:rPr sz="1800" dirty="0">
                <a:solidFill>
                  <a:srgbClr val="F0F0F0"/>
                </a:solidFill>
              </a:rPr>
              <a:t>
These projects focus on automation, sensors, embedded systems, and</a:t>
            </a:r>
            <a:endParaRPr lang="en-US" sz="1800" dirty="0">
              <a:solidFill>
                <a:srgbClr val="F0F0F0"/>
              </a:solidFill>
            </a:endParaRPr>
          </a:p>
          <a:p>
            <a:r>
              <a:rPr sz="1800" dirty="0">
                <a:solidFill>
                  <a:srgbClr val="F0F0F0"/>
                </a:solidFill>
              </a:rPr>
              <a:t> solving practical challenges using technology.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C8FF"/>
                </a:solidFill>
              </a:rPr>
              <a:t>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599715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>
                <a:solidFill>
                  <a:srgbClr val="F0F0F0"/>
                </a:solidFill>
              </a:rPr>
              <a:t>Institution: Collegio </a:t>
            </a:r>
            <a:r>
              <a:rPr lang="en-US" dirty="0">
                <a:solidFill>
                  <a:srgbClr val="F0F0F0"/>
                </a:solidFill>
              </a:rPr>
              <a:t>santo Antonio maria </a:t>
            </a:r>
            <a:r>
              <a:rPr lang="en-US" dirty="0" err="1">
                <a:solidFill>
                  <a:srgbClr val="F0F0F0"/>
                </a:solidFill>
              </a:rPr>
              <a:t>zaccaria</a:t>
            </a:r>
            <a:r>
              <a:rPr lang="en-US" dirty="0">
                <a:solidFill>
                  <a:srgbClr val="F0F0F0"/>
                </a:solidFill>
              </a:rPr>
              <a:t> </a:t>
            </a:r>
            <a:r>
              <a:rPr lang="en-US" dirty="0" err="1">
                <a:solidFill>
                  <a:srgbClr val="F0F0F0"/>
                </a:solidFill>
              </a:rPr>
              <a:t>tss</a:t>
            </a:r>
            <a:r>
              <a:rPr sz="1800" dirty="0">
                <a:solidFill>
                  <a:srgbClr val="F0F0F0"/>
                </a:solidFill>
              </a:rPr>
              <a:t>
Program: Computer Systems and Architecture
Current Level: Level Four
Organization: RTB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C8FF"/>
                </a:solidFill>
              </a:rPr>
              <a:t>Contact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451918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>
                <a:solidFill>
                  <a:srgbClr val="F0F0F0"/>
                </a:solidFill>
              </a:rPr>
              <a:t>Phone: +250 790207303
Email: giramahoropatrick3@gmail.com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07D0E1-CE1F-7DC3-A757-C3356AE7F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8666"/>
            <a:ext cx="9144000" cy="364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130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B466E8-5CEA-9E71-B771-716FBAEBF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2206"/>
            <a:ext cx="9144000" cy="607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818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0C8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solidFill>
                  <a:srgbClr val="F0F0F0"/>
                </a:solidFill>
              </a:rPr>
              <a:t>Modern Portfolio Presentation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71</TotalTime>
  <Words>201</Words>
  <Application>Microsoft Office PowerPoint</Application>
  <PresentationFormat>On-screen Show (4:3)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Gilla</dc:creator>
  <cp:keywords/>
  <dc:description>generated using python-pptx</dc:description>
  <cp:lastModifiedBy>Gilla</cp:lastModifiedBy>
  <cp:revision>4</cp:revision>
  <dcterms:created xsi:type="dcterms:W3CDTF">2013-01-27T09:14:16Z</dcterms:created>
  <dcterms:modified xsi:type="dcterms:W3CDTF">2026-05-09T13:31:03Z</dcterms:modified>
  <cp:category/>
</cp:coreProperties>
</file>